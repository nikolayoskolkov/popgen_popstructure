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200685-FEF8-4D79-813B-B4E4DDF079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A01458-C8C6-4679-A513-458B178AA8A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8360" y="9360"/>
            <a:ext cx="10073520" cy="5668920"/>
          </a:xfrm>
          <a:prstGeom prst="rect">
            <a:avLst/>
          </a:prstGeom>
          <a:ln w="0">
            <a:noFill/>
          </a:ln>
        </p:spPr>
      </p:pic>
      <p:sp>
        <p:nvSpPr>
          <p:cNvPr id="8" name=""/>
          <p:cNvSpPr/>
          <p:nvPr/>
        </p:nvSpPr>
        <p:spPr>
          <a:xfrm>
            <a:off x="1143000" y="613800"/>
            <a:ext cx="6628680" cy="9856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1180800" y="421200"/>
            <a:ext cx="8822520" cy="88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2a6099"/>
                </a:solidFill>
                <a:latin typeface="Arial"/>
                <a:ea typeface="DejaVu Sans"/>
              </a:rPr>
              <a:t>Probabilistic variant calling from low-coverage data with ANGSD</a:t>
            </a:r>
            <a:br>
              <a:rPr sz="20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 Stats Course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Nikolay Oskolkov, Group Leader (PI) at NIRI, Riga, Latvia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8920" cy="566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8920" cy="566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8920" cy="566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8920" cy="566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8920" cy="566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2026-09-26T11:22:54Z</dcterms:created>
  <dc:creator/>
  <dc:description/>
  <dc:language>en-US</dc:language>
  <cp:lastModifiedBy/>
  <dcterms:modified xsi:type="dcterms:W3CDTF">2026-09-27T21:59:06Z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