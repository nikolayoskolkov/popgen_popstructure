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0560" cy="94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D9CC497-FED8-4E93-BA5C-18D74D7C722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0560" cy="94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1"/>
          </p:nvPr>
        </p:nvSpPr>
        <p:spPr>
          <a:xfrm>
            <a:off x="3447360" y="5165280"/>
            <a:ext cx="3193920" cy="389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2"/>
          </p:nvPr>
        </p:nvSpPr>
        <p:spPr>
          <a:xfrm>
            <a:off x="7227360" y="5165280"/>
            <a:ext cx="2347200" cy="389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DCC28C1-AB8D-406B-8ED8-83660B988205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3"/>
          </p:nvPr>
        </p:nvSpPr>
        <p:spPr>
          <a:xfrm>
            <a:off x="504000" y="5165280"/>
            <a:ext cx="2347200" cy="389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" descr=""/>
          <p:cNvPicPr/>
          <p:nvPr/>
        </p:nvPicPr>
        <p:blipFill>
          <a:blip r:embed="rId1"/>
          <a:stretch/>
        </p:blipFill>
        <p:spPr>
          <a:xfrm>
            <a:off x="18360" y="9360"/>
            <a:ext cx="10073160" cy="5668560"/>
          </a:xfrm>
          <a:prstGeom prst="rect">
            <a:avLst/>
          </a:prstGeom>
          <a:ln w="0">
            <a:noFill/>
          </a:ln>
        </p:spPr>
      </p:pic>
      <p:sp>
        <p:nvSpPr>
          <p:cNvPr id="8" name=""/>
          <p:cNvSpPr/>
          <p:nvPr/>
        </p:nvSpPr>
        <p:spPr>
          <a:xfrm>
            <a:off x="1143000" y="613800"/>
            <a:ext cx="6628320" cy="98532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" name=""/>
          <p:cNvSpPr/>
          <p:nvPr/>
        </p:nvSpPr>
        <p:spPr>
          <a:xfrm>
            <a:off x="1180800" y="421200"/>
            <a:ext cx="8822160" cy="88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1" lang="en-US" sz="2000" spc="-1" strike="noStrike">
                <a:solidFill>
                  <a:srgbClr val="2a6099"/>
                </a:solidFill>
                <a:latin typeface="Arial"/>
                <a:ea typeface="DejaVu Sans"/>
              </a:rPr>
              <a:t>Probabilistic variant calling from low-coverage data with ANGSD</a:t>
            </a:r>
            <a:br>
              <a:rPr sz="2000"/>
            </a:b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PR Stats Course</a:t>
            </a:r>
            <a:br>
              <a:rPr sz="1800"/>
            </a:b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DejaVu Sans"/>
              </a:rPr>
              <a:t>Nikolay Oskolkov, Group Leader (PI) at NIRI, Riga, Latvia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" descr=""/>
          <p:cNvPicPr/>
          <p:nvPr/>
        </p:nvPicPr>
        <p:blipFill>
          <a:blip r:embed="rId1"/>
          <a:stretch/>
        </p:blipFill>
        <p:spPr>
          <a:xfrm>
            <a:off x="15480" y="9360"/>
            <a:ext cx="10078560" cy="5668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" descr=""/>
          <p:cNvPicPr/>
          <p:nvPr/>
        </p:nvPicPr>
        <p:blipFill>
          <a:blip r:embed="rId1"/>
          <a:stretch/>
        </p:blipFill>
        <p:spPr>
          <a:xfrm>
            <a:off x="15480" y="9360"/>
            <a:ext cx="10078560" cy="5668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" descr=""/>
          <p:cNvPicPr/>
          <p:nvPr/>
        </p:nvPicPr>
        <p:blipFill>
          <a:blip r:embed="rId1"/>
          <a:stretch/>
        </p:blipFill>
        <p:spPr>
          <a:xfrm>
            <a:off x="15480" y="9360"/>
            <a:ext cx="10078560" cy="5668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" descr=""/>
          <p:cNvPicPr/>
          <p:nvPr/>
        </p:nvPicPr>
        <p:blipFill>
          <a:blip r:embed="rId1"/>
          <a:stretch/>
        </p:blipFill>
        <p:spPr>
          <a:xfrm>
            <a:off x="15480" y="9360"/>
            <a:ext cx="10078560" cy="5668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" descr=""/>
          <p:cNvPicPr/>
          <p:nvPr/>
        </p:nvPicPr>
        <p:blipFill>
          <a:blip r:embed="rId1"/>
          <a:stretch/>
        </p:blipFill>
        <p:spPr>
          <a:xfrm>
            <a:off x="15480" y="9360"/>
            <a:ext cx="10078560" cy="5668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1202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2026-09-26T11:22:54Z</dcterms:created>
  <dc:creator/>
  <dc:description/>
  <dc:language>en-US</dc:language>
  <cp:lastModifiedBy/>
  <dcterms:modified xsi:type="dcterms:W3CDTF">2026-09-29T14:32:36Z</dcterms:modified>
  <cp:revision>4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