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4DD10F-171B-4ED7-9ADD-E041FD3454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484024-6718-4D6D-9D19-584E35F516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77B614-372E-4676-A281-9FAFDB60F8D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18360" y="9360"/>
            <a:ext cx="10073520" cy="566892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1143000" y="613800"/>
            <a:ext cx="6628680" cy="9856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1180800" y="421200"/>
            <a:ext cx="882252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  <a:ea typeface="DejaVu Sans"/>
              </a:rPr>
              <a:t>Population differentiation via Fst and F-statistics</a:t>
            </a:r>
            <a:br>
              <a:rPr sz="20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PR Stats Course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Nikolay Oskolkov, Group Leader (PI) at NIRI, Riga, Latvia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2286000" y="1600200"/>
            <a:ext cx="5465880" cy="2290320"/>
          </a:xfrm>
          <a:prstGeom prst="rect">
            <a:avLst/>
          </a:prstGeom>
          <a:ln w="0">
            <a:noFill/>
          </a:ln>
        </p:spPr>
      </p:pic>
      <p:sp>
        <p:nvSpPr>
          <p:cNvPr id="13" name=""/>
          <p:cNvSpPr txBox="1"/>
          <p:nvPr/>
        </p:nvSpPr>
        <p:spPr>
          <a:xfrm>
            <a:off x="371160" y="4788000"/>
            <a:ext cx="931248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Importantly, one should not mix up individual heterozygosity and population heterozygosity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852200" y="228600"/>
            <a:ext cx="6427440" cy="459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1" lang="en-US" sz="2600" spc="-1" strike="noStrike">
                <a:solidFill>
                  <a:srgbClr val="000000"/>
                </a:solidFill>
                <a:latin typeface="Arial"/>
              </a:rPr>
              <a:t>Nucleotide diversity and heterozygosity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2026-09-26T18:04:36Z</dcterms:created>
  <dc:creator/>
  <dc:description/>
  <dc:language>en-US</dc:language>
  <cp:lastModifiedBy/>
  <dcterms:modified xsi:type="dcterms:W3CDTF">2026-10-01T12:48:51Z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