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35F802-B269-470A-A8FF-858D1FA55B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B8EE69C-6EAA-401C-8006-A5FCA5366B2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2026-09-26T18:04:36Z</dcterms:created>
  <dc:creator/>
  <dc:description/>
  <dc:language>en-US</dc:language>
  <cp:lastModifiedBy/>
  <dcterms:modified xsi:type="dcterms:W3CDTF">2026-09-26T18:12:36Z</dcterms:modified>
  <cp:revision>1</cp:revision>
  <dc:subject/>
  <dc:title/>
</cp:coreProperties>
</file>