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73B084-A4B8-40C5-83EF-D4D1B2A056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C1A679-0D2B-410C-A805-10105F3F8D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1FC822-4348-4DD3-98AD-F8254C2DFEC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8360" y="9360"/>
            <a:ext cx="10073520" cy="566892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1143000" y="613800"/>
            <a:ext cx="6628680" cy="985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1180800" y="421200"/>
            <a:ext cx="882252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a6099"/>
                </a:solidFill>
                <a:latin typeface="Arial"/>
                <a:ea typeface="DejaVu Sans"/>
              </a:rPr>
              <a:t>Genetic inference of population admixture </a:t>
            </a:r>
            <a:br>
              <a:rPr sz="20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 Stats Course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335160" y="36000"/>
            <a:ext cx="933912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228600" y="66240"/>
            <a:ext cx="9601200" cy="557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457200" y="109440"/>
            <a:ext cx="9326520" cy="541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350640" y="36000"/>
            <a:ext cx="9464760" cy="560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2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806400" y="36000"/>
            <a:ext cx="845820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2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2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2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15480" y="9360"/>
            <a:ext cx="100792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2026-09-26T17:41:04Z</dcterms:created>
  <dc:creator/>
  <dc:description/>
  <dc:language>en-US</dc:language>
  <cp:lastModifiedBy/>
  <cp:lastPrinted>2026-09-29T11:07:51Z</cp:lastPrinted>
  <dcterms:modified xsi:type="dcterms:W3CDTF">2026-09-29T11:07:46Z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