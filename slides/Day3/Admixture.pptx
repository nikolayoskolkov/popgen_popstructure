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FA06424-2C01-44E7-B4FC-4537E59A04A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25DF579-8B9C-43A7-9868-54202894FA1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640" cy="566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640" cy="566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640" cy="566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640" cy="566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640" cy="566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9640" cy="566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2026-09-26T17:41:04Z</dcterms:created>
  <dc:creator/>
  <dc:description/>
  <dc:language>en-US</dc:language>
  <cp:lastModifiedBy/>
  <dcterms:modified xsi:type="dcterms:W3CDTF">2026-09-26T18:03:29Z</dcterms:modified>
  <cp:revision>1</cp:revision>
  <dc:subject/>
  <dc:title/>
</cp:coreProperties>
</file>