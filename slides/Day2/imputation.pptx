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3F9526-2265-4427-96D0-322CEA3F56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A1AE3E-8566-41FF-88BD-784772F558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355498C-2FC4-462F-9731-089E4E20239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519480" y="9360"/>
            <a:ext cx="9071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1263600" y="27360"/>
            <a:ext cx="7472520" cy="560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43920" y="9360"/>
            <a:ext cx="1002312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rcRect l="0" t="0" r="17441" b="0"/>
          <a:stretch/>
        </p:blipFill>
        <p:spPr>
          <a:xfrm>
            <a:off x="14400" y="34920"/>
            <a:ext cx="7300440" cy="5526720"/>
          </a:xfrm>
          <a:prstGeom prst="rect">
            <a:avLst/>
          </a:prstGeom>
          <a:ln w="0">
            <a:noFill/>
          </a:ln>
        </p:spPr>
      </p:pic>
      <p:pic>
        <p:nvPicPr>
          <p:cNvPr id="13" name="" descr=""/>
          <p:cNvPicPr/>
          <p:nvPr/>
        </p:nvPicPr>
        <p:blipFill>
          <a:blip r:embed="rId2"/>
          <a:srcRect l="0" t="0" r="0" b="3861"/>
          <a:stretch/>
        </p:blipFill>
        <p:spPr>
          <a:xfrm>
            <a:off x="7381440" y="1693440"/>
            <a:ext cx="2642040" cy="3757680"/>
          </a:xfrm>
          <a:prstGeom prst="rect">
            <a:avLst/>
          </a:prstGeom>
          <a:ln w="0">
            <a:noFill/>
          </a:ln>
        </p:spPr>
      </p:pic>
      <p:sp>
        <p:nvSpPr>
          <p:cNvPr id="14" name=""/>
          <p:cNvSpPr txBox="1"/>
          <p:nvPr/>
        </p:nvSpPr>
        <p:spPr>
          <a:xfrm>
            <a:off x="8229600" y="885960"/>
            <a:ext cx="10065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Phasing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53280" y="228600"/>
            <a:ext cx="9990360" cy="502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rcRect l="5106" t="5557" r="4091" b="0"/>
          <a:stretch/>
        </p:blipFill>
        <p:spPr>
          <a:xfrm>
            <a:off x="4709520" y="0"/>
            <a:ext cx="5227920" cy="5643000"/>
          </a:xfrm>
          <a:prstGeom prst="rect">
            <a:avLst/>
          </a:prstGeom>
          <a:ln w="0">
            <a:noFill/>
          </a:ln>
        </p:spPr>
      </p:pic>
      <p:pic>
        <p:nvPicPr>
          <p:cNvPr id="17" name="" descr=""/>
          <p:cNvPicPr/>
          <p:nvPr/>
        </p:nvPicPr>
        <p:blipFill>
          <a:blip r:embed="rId2"/>
          <a:stretch/>
        </p:blipFill>
        <p:spPr>
          <a:xfrm>
            <a:off x="914400" y="93960"/>
            <a:ext cx="3573000" cy="553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1746000" y="39600"/>
            <a:ext cx="6858000" cy="555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2026-09-29T09:36:47Z</dcterms:created>
  <dc:creator/>
  <dc:description/>
  <dc:language>en-US</dc:language>
  <cp:lastModifiedBy/>
  <dcterms:modified xsi:type="dcterms:W3CDTF">2026-09-29T09:58:02Z</dcterms:modified>
  <cp:revision>3</cp:revision>
  <dc:subject/>
  <dc:title/>
</cp:coreProperties>
</file>